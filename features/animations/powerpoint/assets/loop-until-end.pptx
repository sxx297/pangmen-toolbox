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7396BC-D969-4D76-8A1D-E2E64639A3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420A57-278A-8A87-069F-CF2825F64F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8355D-7F12-6F2D-14C5-3CEB78706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85BA29-2855-EDFF-E66D-402BD4F34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C287159-7070-9ED2-62B7-4F55A72E0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17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457C1E-37AC-9A11-BF89-DDC4E2ABD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E43E1-64D5-7302-2A71-74C1F8A43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B1D24A-A2E3-03C4-23B9-F6AAD6D3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34C245-1D96-6C99-1239-BA80B5B25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1D3773-4B62-E08D-14E9-0413B90B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057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508737-9008-D043-AA8C-8089801C8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6ACCA29-0720-6486-8DED-B37CC3E20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DAB236-0853-61FB-2507-A00E159FD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736E2E0-94CC-EA68-1824-D00408E7C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5CA80A-D43C-9145-6006-958465F8D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257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DD60D-38C3-1378-C577-1D4EE8415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754BD3-0B34-DCE8-BDE0-D9FE2AE84F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BCF91D-D637-F743-58C8-5B4279BEF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9E5AB68-B89E-E488-4733-089C72277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B79DA3C-AC22-2759-F9E2-B036CF0E6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707077-7B4F-11DF-85CB-271717D782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87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AE6CEA-9F37-B1C3-495F-F3E2EFC1E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83004C-F6BA-255F-5CAA-7254552DF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1B9163D-C6E9-7388-619A-F6752A334C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B3325A3-2BBE-8163-232C-81D919C949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F4BF1F5-2E20-C3B6-6850-2191A971A9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16EDEE-42D7-4C8F-B125-BF890A9B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B09675E-9C2F-A06E-6A6C-5CB927DD7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9FE958F-FA33-3CA7-3E4D-979F0F795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97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C7899C-841F-19B5-FDC1-D72C81CFD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F80A392-444F-91C7-2482-161BB47D7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8824E9-6F4A-05BB-2B7C-C99B1C760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445C916-5099-9F7A-FDEA-D2AA479B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552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DC6D190-495E-54A5-360B-E00CE2217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70E9C62-33A1-BC49-E8F7-C89B69A13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1B5C0F-0DB4-8C23-CDBC-46CBD79BB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249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7F291F-4EB7-B836-E70D-B65AFAF3E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534F5-EC46-F45B-E6B9-02CFF1B14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84AABE-A427-1CF1-B984-DE3AB573A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63C6CED-7C9A-7EF9-C807-98D601EF4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CF3CF7-5EF3-6995-450B-139864200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924287A-669B-957E-8A3C-59543BBD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904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0260A-2079-53CE-67C3-E3E1E30A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8A71556-2391-73D7-C5EA-D2EAD6F5F9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574C6BF-9A9D-BCB5-1725-354E1EF2B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CC4D41-A872-82C4-ED78-9DD3BE5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159B70-C767-28CA-52A7-4A6AE0AC3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A6131E7-0C59-CEF6-3E0E-2863B1ED4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21282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BAC82A-2C4A-A38C-551F-C15797E0E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00484-B7C3-51A3-7789-14CE2FBABF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C89418-F413-9B1C-D50E-9D05B9CAF4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0E233-E83F-425B-0ABA-E9F78ECB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65705-02BD-488C-6B1A-896280703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848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BC24D3F-35C4-709F-3237-B2E8B96AF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3FA01D-91A5-E9B3-1DB3-FC8048871C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006BF9-A6FF-E1CF-1529-974F969F3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019ECC-1FF4-7598-0E7B-D6B1EC3C0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10D097-21FD-49E2-BE54-18F0ED05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642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F9C5A25-09D5-B40F-776E-B2BF33379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77ABBF-E15C-1941-62E2-D45527DC5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27062E-5841-9FA1-FE4F-D6BA41064D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517429-283C-4313-A6C5-956F046F2944}" type="datetimeFigureOut">
              <a:rPr lang="zh-CN" altLang="en-US" smtClean="0"/>
              <a:t>2026/9/15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D329EA-9AB8-827D-2BF1-CE26204327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EF78A1-9639-9043-2EEE-B687EFABB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F60CB4-941D-48D4-A4EA-612D7B5C3B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1052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021991C-6091-1808-51C2-8C24DECE7871}"/>
              </a:ext>
            </a:extLst>
          </p:cNvPr>
          <p:cNvSpPr/>
          <p:nvPr/>
        </p:nvSpPr>
        <p:spPr>
          <a:xfrm>
            <a:off x="0" y="0"/>
            <a:ext cx="1270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2438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withEffect" repeatCount="indefinite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2"/>
                                        </p:tgtEl>
                                      </p:cBhvr>
                                      <p:by x="150000" y="150000"/>
                                      <p:from x="100000" y="100000"/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 Light</vt:lpstr>
      <vt:lpstr>Arial</vt:lpstr>
      <vt:lpstr>等线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ns0:coreProperties xmlns:ns0="http://schemas.openxmlformats.org/package/2006/metadata/core-properties"/>
</file>