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07EB3-21AE-4800-BED0-685B5C16D70F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FF306-7558-4DF2-A30E-3FB98DC355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03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动画配方：anvil</a:t>
            </a:r>
          </a:p>
          <a:p>
            <a:r>
              <a:t>来源与制作：旁门动画。借鉴 Keynote HTML 导出播放器、Animate.css、Anime.js 的节奏；使用本项目的 PowerPoint 原生动画与辅助图层实现。</a:t>
            </a:r>
          </a:p>
          <a:p>
            <a:r>
              <a:t>参考：https://github.com/1998code/Keynote2Website/blob/69b741fff2d620b25b823ee40f381f5c2bc4e17e/assets/player/main.js</a:t>
            </a:r>
          </a:p>
          <a:p>
            <a:r>
              <a:t>https://github.com/animate-css/animate.css</a:t>
            </a:r>
          </a:p>
          <a:p>
            <a:r>
              <a:t>https://github.com/juliangarnier/anime</a:t>
            </a:r>
          </a:p>
          <a:p>
            <a:r>
              <a:t>检索：2026-09-13。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456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D1DA0-7B06-1AB2-53C0-416917790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C59865-7193-8A90-A627-5EDAFD300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2D7594-ECFF-2EEA-6799-C89E78EA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0C4-22AD-4A4A-B7C5-8A927E60453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CCCBF0-AB4B-F8F3-FD87-90EE240C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C07948-1567-9539-C556-334FFE80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3017-2E5F-46F6-B8E1-851BC7519C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36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2D355B-3E6C-6236-3D78-E44FCCA05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B5CB20-C299-8894-4E91-A98195C0D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854A53-8924-4AB0-517C-C4FEDEE3F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0C4-22AD-4A4A-B7C5-8A927E60453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34BACD-9824-A85F-F551-E476FDF55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5E79EB-E18B-E625-6BA7-7C0D8DF0E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3017-2E5F-46F6-B8E1-851BC7519C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91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16DB72-2F40-8119-9B0F-36B8ACC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719C09-624A-916D-6647-0DE0F6743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11135A-EB3B-053F-FA65-185DB7F9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0C4-22AD-4A4A-B7C5-8A927E60453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A94D6-98B9-EC16-0EE6-174715C6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021C4E-AC28-958B-B41D-D85B2B66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3017-2E5F-46F6-B8E1-851BC7519C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36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67452-E472-F8C9-6731-B33E0BAD7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02CD6B-6F9B-BC78-0CDE-741063A67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E500C4-00A2-167C-2B86-EB8A24033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9ED2C0-7FD9-14E8-CA88-D8E88FD9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0C4-22AD-4A4A-B7C5-8A927E60453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90DDAD-5CBC-15A6-4773-BE8934351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C738FF-ED8E-FBA6-A628-8579C654D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3017-2E5F-46F6-B8E1-851BC7519C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64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8D2E7-EB76-AC8F-8622-825237E6B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1FC7E-D7B6-1CE0-1806-330AB4A24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CD4CF8-1771-FE95-B7E5-81EFB1082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8896D5E-4344-2747-1BD8-40CB13AC9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A1BB91-1C3A-C5C4-BBDA-A57542DB1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90A7CE-FB7E-B716-3E1B-8790FDA4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0C4-22AD-4A4A-B7C5-8A927E60453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38EC08-FD95-95A6-DF3A-05196BC63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43422E-3470-056D-6565-793C928C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3017-2E5F-46F6-B8E1-851BC7519C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76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00140-7E41-5752-DF43-DC714BB5F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DC607F-7AE3-B68A-8407-EFC1B5E6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0C4-22AD-4A4A-B7C5-8A927E60453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5D7EE0-9686-31A3-7373-CDA62C3CD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6A2FAC-D738-7F34-4416-45C9C06C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3017-2E5F-46F6-B8E1-851BC7519C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80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66A1FC-43D1-9831-58ED-107FF1748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0C4-22AD-4A4A-B7C5-8A927E60453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CF7451-7A29-DB2D-556A-06F23B59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AA0E73-6E97-A179-D0E9-94C5BF38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3017-2E5F-46F6-B8E1-851BC7519C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58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6F6B1-DBEA-B89F-E44C-E6BA55EFC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4D1126-659F-1B73-584B-FB17B2459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68A367-59B6-EFA2-C959-991CA6402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6FDC85-79AC-B852-7766-C9FDD1095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0C4-22AD-4A4A-B7C5-8A927E60453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2F5D74-126A-3AAF-42F2-8CFCF8C0E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01F5D7-268E-831A-E353-F7AD540BE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3017-2E5F-46F6-B8E1-851BC7519C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39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D31CA-501B-DECC-1091-69A6B93C4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C43326-AC29-445B-8E5E-60AEED9DE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248828-DEB5-D172-C0F6-CB173F80C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8671F9-AED7-9069-9F72-B9544680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0C4-22AD-4A4A-B7C5-8A927E60453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3B81FB-773C-A07A-6C44-99BDE899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1F0808-5EE2-3C60-4E3D-BC8DA34EB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3017-2E5F-46F6-B8E1-851BC7519C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97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7791E-24E2-A26A-B68A-C17FB2F2E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6ED99D-AFA9-AC9C-091F-CCC677362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EAF34A-45E9-F342-1C25-B1385F2BE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0C4-22AD-4A4A-B7C5-8A927E60453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4C4961-B384-D5D0-F54E-16634AE5C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D0CCB7-8DBB-A5A4-9C10-0D1C80F3C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3017-2E5F-46F6-B8E1-851BC7519C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267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D49FBF-B015-B1AE-E568-EDE2D52BA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3BE00D-BF24-4E4C-173E-F1B42D45E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6589B2-1758-FE80-36B3-08B314F97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0C4-22AD-4A4A-B7C5-8A927E60453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68F26F-B75F-9EFA-8C9D-4C275CF03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7EA50D-597E-8A76-E4EC-6FE67A714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C3017-2E5F-46F6-B8E1-851BC7519C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387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457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E5BD7E-230F-D3A1-9A00-AF633418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C0E9F3-6A0F-8404-3C37-9EC982893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D5AE57-1FC5-6481-1D8B-78A18A653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B090C4-22AD-4A4A-B7C5-8A927E60453C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0C1EB8-6BD9-089E-5B74-CC96DBE0E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44E0F6-A4A3-A966-49ED-0FE88137A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C3017-2E5F-46F6-B8E1-851BC7519C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22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sv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NG_TITLE">
            <a:extLst>
              <a:ext uri="{FF2B5EF4-FFF2-40B4-BE49-F238E27FC236}">
                <a16:creationId xmlns:a16="http://schemas.microsoft.com/office/drawing/2014/main" id="{3876F311-B5FE-42D7-816C-48281FDD3AC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9810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5F2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5F2EE"/>
                </a:solidFill>
                <a:latin typeface="Microsoft YaHei"/>
                <a:ea typeface="Microsoft YaHei"/>
                <a:cs typeface="Microsoft YaHei"/>
              </a:rPr>
              <a:t>轰然坠落</a:t>
            </a:r>
          </a:p>
        </p:txBody>
      </p:sp>
      <p:sp>
        <p:nvSpPr>
          <p:cNvPr id="2" name="PANG_DESCRIPTION">
            <a:extLst>
              <a:ext uri="{FF2B5EF4-FFF2-40B4-BE49-F238E27FC236}">
                <a16:creationId xmlns:a16="http://schemas.microsoft.com/office/drawing/2014/main" id="{89B6C1A8-8F12-4B59-93B4-11349D0C964B}"/>
              </a:ext>
            </a:extLst>
          </p:cNvPr>
          <p:cNvSpPr>
            <a:spLocks noGrp="1"/>
          </p:cNvSpPr>
          <p:nvPr/>
        </p:nvSpPr>
        <p:spPr>
          <a:xfrm>
            <a:off x="628650" y="114300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ADA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A59C"/>
                </a:solidFill>
                <a:latin typeface="Microsoft YaHei"/>
                <a:ea typeface="Microsoft YaHei"/>
                <a:cs typeface="Microsoft YaHei"/>
              </a:rPr>
              <a:t>急坠落地，云雾沿底边扩散</a:t>
            </a:r>
          </a:p>
        </p:txBody>
      </p:sp>
      <p:sp>
        <p:nvSpPr>
          <p:cNvPr id="3" name="PANG_FOOTER">
            <a:extLst>
              <a:ext uri="{FF2B5EF4-FFF2-40B4-BE49-F238E27FC236}">
                <a16:creationId xmlns:a16="http://schemas.microsoft.com/office/drawing/2014/main" id="{07AF9FDC-60D0-47D4-B47E-BF70EB7EF9E6}"/>
              </a:ext>
            </a:extLst>
          </p:cNvPr>
          <p:cNvSpPr>
            <a:spLocks noGrp="1"/>
          </p:cNvSpPr>
          <p:nvPr/>
        </p:nvSpPr>
        <p:spPr>
          <a:xfrm>
            <a:off x="628650" y="622935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DA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DA59C"/>
                </a:solidFill>
                <a:latin typeface="Microsoft YaHei"/>
                <a:ea typeface="Microsoft YaHei"/>
                <a:cs typeface="Microsoft YaHei"/>
              </a:rPr>
              <a:t>01 / 12    进入</a:t>
            </a:r>
          </a:p>
        </p:txBody>
      </p:sp>
      <p:pic>
        <p:nvPicPr>
          <p:cNvPr id="9" name="图形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239500" y="457200"/>
            <a:ext cx="419100" cy="419100"/>
          </a:xfrm>
          <a:prstGeom prst="rect">
            <a:avLst/>
          </a:prstGeom>
        </p:spPr>
      </p:pic>
      <p:sp>
        <p:nvSpPr>
          <p:cNvPr id="5" name="PANG_TARGET">
            <a:extLst>
              <a:ext uri="{FF2B5EF4-FFF2-40B4-BE49-F238E27FC236}">
                <a16:creationId xmlns:a16="http://schemas.microsoft.com/office/drawing/2014/main" id="{62971E7B-B67A-4160-A091-C9810E455184}"/>
              </a:ext>
            </a:extLst>
          </p:cNvPr>
          <p:cNvSpPr>
            <a:spLocks noGrp="1"/>
          </p:cNvSpPr>
          <p:nvPr/>
        </p:nvSpPr>
        <p:spPr>
          <a:xfrm>
            <a:off x="4914900" y="2247900"/>
            <a:ext cx="2362200" cy="2362200"/>
          </a:xfrm>
          <a:prstGeom prst="roundRect">
            <a:avLst>
              <a:gd name="adj" fmla="val 3226"/>
            </a:avLst>
          </a:prstGeom>
          <a:solidFill>
            <a:srgbClr val="FF5500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MOTION</a:t>
            </a:r>
          </a:p>
        </p:txBody>
      </p:sp>
      <p:grpSp>
        <p:nvGrpSpPr>
          <p:cNvPr id="10" name="PANG_CLOUD_GROUP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PANG_CLOUD_FRAME_000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2" name="PANG_CLOUD_FRAME_001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3" name="PANG_CLOUD_FRAME_002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4" name="PANG_CLOUD_FRAME_003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5" name="PANG_CLOUD_FRAME_004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6" name="PANG_CLOUD_FRAME_005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7" name="PANG_CLOUD_FRAME_006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8" name="PANG_CLOUD_FRAME_007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9" name="PANG_CLOUD_FRAME_008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20" name="PANG_CLOUD_FRAME_009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21" name="PANG_CLOUD_FRAME_010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22" name="PANG_CLOUD_FRAME_011"/>
            <p:cNvPicPr/>
            <p:nvPr/>
          </p:nvPicPr>
          <p:blipFill>
            <a:blip r:embed="rId15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23" name="PANG_CLOUD_FRAME_012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24" name="PANG_CLOUD_FRAME_013"/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25" name="PANG_CLOUD_FRAME_014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26" name="PANG_CLOUD_FRAME_015"/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27" name="PANG_CLOUD_FRAME_016"/>
            <p:cNvPicPr/>
            <p:nvPr/>
          </p:nvPicPr>
          <p:blipFill>
            <a:blip r:embed="rId20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28" name="PANG_CLOUD_FRAME_017"/>
            <p:cNvPicPr/>
            <p:nvPr/>
          </p:nvPicPr>
          <p:blipFill>
            <a:blip r:embed="rId2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29" name="PANG_CLOUD_FRAME_018"/>
            <p:cNvPicPr/>
            <p:nvPr/>
          </p:nvPicPr>
          <p:blipFill>
            <a:blip r:embed="rId2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30" name="PANG_CLOUD_FRAME_019"/>
            <p:cNvPicPr/>
            <p:nvPr/>
          </p:nvPicPr>
          <p:blipFill>
            <a:blip r:embed="rId2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31" name="PANG_CLOUD_FRAME_020"/>
            <p:cNvPicPr/>
            <p:nvPr/>
          </p:nvPicPr>
          <p:blipFill>
            <a:blip r:embed="rId24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32" name="PANG_CLOUD_FRAME_021"/>
            <p:cNvPicPr/>
            <p:nvPr/>
          </p:nvPicPr>
          <p:blipFill>
            <a:blip r:embed="rId25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33" name="PANG_CLOUD_FRAME_022"/>
            <p:cNvPicPr/>
            <p:nvPr/>
          </p:nvPicPr>
          <p:blipFill>
            <a:blip r:embed="rId26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34" name="PANG_CLOUD_FRAME_023"/>
            <p:cNvPicPr/>
            <p:nvPr/>
          </p:nvPicPr>
          <p:blipFill>
            <a:blip r:embed="rId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35" name="PANG_CLOUD_FRAME_024"/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36" name="PANG_CLOUD_FRAME_025"/>
            <p:cNvPicPr/>
            <p:nvPr/>
          </p:nvPicPr>
          <p:blipFill>
            <a:blip r:embed="rId29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37" name="PANG_CLOUD_FRAME_026"/>
            <p:cNvPicPr/>
            <p:nvPr/>
          </p:nvPicPr>
          <p:blipFill>
            <a:blip r:embed="rId30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38" name="PANG_CLOUD_FRAME_027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39" name="PANG_CLOUD_FRAME_028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0" name="PANG_CLOUD_FRAME_029"/>
            <p:cNvPicPr/>
            <p:nvPr/>
          </p:nvPicPr>
          <p:blipFill>
            <a:blip r:embed="rId3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1" name="PANG_CLOUD_FRAME_030"/>
            <p:cNvPicPr/>
            <p:nvPr/>
          </p:nvPicPr>
          <p:blipFill>
            <a:blip r:embed="rId34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2" name="PANG_CLOUD_FRAME_031"/>
            <p:cNvPicPr/>
            <p:nvPr/>
          </p:nvPicPr>
          <p:blipFill>
            <a:blip r:embed="rId35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3" name="PANG_CLOUD_FRAME_032"/>
            <p:cNvPicPr/>
            <p:nvPr/>
          </p:nvPicPr>
          <p:blipFill>
            <a:blip r:embed="rId36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4" name="PANG_CLOUD_FRAME_033"/>
            <p:cNvPicPr/>
            <p:nvPr/>
          </p:nvPicPr>
          <p:blipFill>
            <a:blip r:embed="rId3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5" name="PANG_CLOUD_FRAME_034"/>
            <p:cNvPicPr/>
            <p:nvPr/>
          </p:nvPicPr>
          <p:blipFill>
            <a:blip r:embed="rId38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6" name="PANG_CLOUD_FRAME_035"/>
            <p:cNvPicPr/>
            <p:nvPr/>
          </p:nvPicPr>
          <p:blipFill>
            <a:blip r:embed="rId39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7" name="PANG_CLOUD_FRAME_036"/>
            <p:cNvPicPr/>
            <p:nvPr/>
          </p:nvPicPr>
          <p:blipFill>
            <a:blip r:embed="rId40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8" name="PANG_CLOUD_FRAME_037"/>
            <p:cNvPicPr/>
            <p:nvPr/>
          </p:nvPicPr>
          <p:blipFill>
            <a:blip r:embed="rId4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9" name="PANG_CLOUD_FRAME_038"/>
            <p:cNvPicPr/>
            <p:nvPr/>
          </p:nvPicPr>
          <p:blipFill>
            <a:blip r:embed="rId4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0" name="PANG_CLOUD_FRAME_039"/>
            <p:cNvPicPr/>
            <p:nvPr/>
          </p:nvPicPr>
          <p:blipFill>
            <a:blip r:embed="rId4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1" name="PANG_CLOUD_FRAME_040"/>
            <p:cNvPicPr/>
            <p:nvPr/>
          </p:nvPicPr>
          <p:blipFill>
            <a:blip r:embed="rId44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2" name="PANG_CLOUD_FRAME_041"/>
            <p:cNvPicPr/>
            <p:nvPr/>
          </p:nvPicPr>
          <p:blipFill>
            <a:blip r:embed="rId45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3" name="PANG_CLOUD_FRAME_042"/>
            <p:cNvPicPr/>
            <p:nvPr/>
          </p:nvPicPr>
          <p:blipFill>
            <a:blip r:embed="rId46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4" name="PANG_CLOUD_FRAME_043"/>
            <p:cNvPicPr/>
            <p:nvPr/>
          </p:nvPicPr>
          <p:blipFill>
            <a:blip r:embed="rId4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5" name="PANG_CLOUD_FRAME_044"/>
            <p:cNvPicPr/>
            <p:nvPr/>
          </p:nvPicPr>
          <p:blipFill>
            <a:blip r:embed="rId48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6" name="PANG_CLOUD_FRAME_045"/>
            <p:cNvPicPr/>
            <p:nvPr/>
          </p:nvPicPr>
          <p:blipFill>
            <a:blip r:embed="rId49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7" name="PANG_CLOUD_FRAME_046"/>
            <p:cNvPicPr/>
            <p:nvPr/>
          </p:nvPicPr>
          <p:blipFill>
            <a:blip r:embed="rId50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8" name="PANG_CLOUD_FRAME_047"/>
            <p:cNvPicPr/>
            <p:nvPr/>
          </p:nvPicPr>
          <p:blipFill>
            <a:blip r:embed="rId5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757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733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2" nodeType="withEffect">
                                  <p:stCondLst>
                                    <p:cond delay="733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3" nodeType="withEffect">
                                  <p:stCondLst>
                                    <p:cond delay="767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4" nodeType="withEffect">
                                  <p:stCondLst>
                                    <p:cond delay="767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5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6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7" nodeType="withEffect">
                                  <p:stCondLst>
                                    <p:cond delay="833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8" nodeType="withEffect">
                                  <p:stCondLst>
                                    <p:cond delay="833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9" nodeType="withEffect">
                                  <p:stCondLst>
                                    <p:cond delay="867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0" nodeType="withEffect">
                                  <p:stCondLst>
                                    <p:cond delay="867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2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3" nodeType="withEffect">
                                  <p:stCondLst>
                                    <p:cond delay="933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4" nodeType="withEffect">
                                  <p:stCondLst>
                                    <p:cond delay="933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5" nodeType="withEffect">
                                  <p:stCondLst>
                                    <p:cond delay="967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6" nodeType="withEffect">
                                  <p:stCondLst>
                                    <p:cond delay="967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7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8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9" nodeType="withEffect">
                                  <p:stCondLst>
                                    <p:cond delay="1033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20" nodeType="withEffect">
                                  <p:stCondLst>
                                    <p:cond delay="1033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21" nodeType="withEffect">
                                  <p:stCondLst>
                                    <p:cond delay="1067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22" nodeType="withEffect">
                                  <p:stCondLst>
                                    <p:cond delay="1067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23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24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25" nodeType="withEffect">
                                  <p:stCondLst>
                                    <p:cond delay="1133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26" nodeType="withEffect">
                                  <p:stCondLst>
                                    <p:cond delay="1133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27" nodeType="withEffect">
                                  <p:stCondLst>
                                    <p:cond delay="1167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28" nodeType="withEffect">
                                  <p:stCondLst>
                                    <p:cond delay="1167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29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3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31" nodeType="withEffect">
                                  <p:stCondLst>
                                    <p:cond delay="1233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32" nodeType="withEffect">
                                  <p:stCondLst>
                                    <p:cond delay="1233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33" nodeType="withEffect">
                                  <p:stCondLst>
                                    <p:cond delay="1267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34" nodeType="withEffect">
                                  <p:stCondLst>
                                    <p:cond delay="1267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35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36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37" nodeType="withEffect">
                                  <p:stCondLst>
                                    <p:cond delay="1333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38" nodeType="withEffect">
                                  <p:stCondLst>
                                    <p:cond delay="1333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39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4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4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42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43" nodeType="withEffect">
                                  <p:stCondLst>
                                    <p:cond delay="1433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44" nodeType="withEffect">
                                  <p:stCondLst>
                                    <p:cond delay="1433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45" nodeType="withEffect">
                                  <p:stCondLst>
                                    <p:cond delay="1467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46" nodeType="withEffect">
                                  <p:stCondLst>
                                    <p:cond delay="1467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47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48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49" nodeType="withEffect">
                                  <p:stCondLst>
                                    <p:cond delay="1533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50" nodeType="withEffect">
                                  <p:stCondLst>
                                    <p:cond delay="1533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51" nodeType="withEffect">
                                  <p:stCondLst>
                                    <p:cond delay="1567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52" nodeType="withEffect">
                                  <p:stCondLst>
                                    <p:cond delay="1567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53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54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55" nodeType="withEffect">
                                  <p:stCondLst>
                                    <p:cond delay="1633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56" nodeType="withEffect">
                                  <p:stCondLst>
                                    <p:cond delay="1633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57" nodeType="withEffect">
                                  <p:stCondLst>
                                    <p:cond delay="1667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58" nodeType="withEffect">
                                  <p:stCondLst>
                                    <p:cond delay="1667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59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6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61" nodeType="withEffect">
                                  <p:stCondLst>
                                    <p:cond delay="1733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62" nodeType="withEffect">
                                  <p:stCondLst>
                                    <p:cond delay="1733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63" nodeType="withEffect">
                                  <p:stCondLst>
                                    <p:cond delay="176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64" nodeType="withEffect">
                                  <p:stCondLst>
                                    <p:cond delay="1767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65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66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67" nodeType="withEffect">
                                  <p:stCondLst>
                                    <p:cond delay="1833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68" nodeType="withEffect">
                                  <p:stCondLst>
                                    <p:cond delay="1833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69" nodeType="withEffect">
                                  <p:stCondLst>
                                    <p:cond delay="1867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70" nodeType="withEffect">
                                  <p:stCondLst>
                                    <p:cond delay="1867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7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72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73" nodeType="withEffect">
                                  <p:stCondLst>
                                    <p:cond delay="1933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74" nodeType="withEffect">
                                  <p:stCondLst>
                                    <p:cond delay="1933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75" nodeType="withEffect">
                                  <p:stCondLst>
                                    <p:cond delay="1967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76" nodeType="withEffect">
                                  <p:stCondLst>
                                    <p:cond delay="1967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77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78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79" nodeType="withEffect">
                                  <p:stCondLst>
                                    <p:cond delay="2033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80" nodeType="withEffect">
                                  <p:stCondLst>
                                    <p:cond delay="2033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81" nodeType="withEffect">
                                  <p:stCondLst>
                                    <p:cond delay="2067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82" nodeType="withEffect">
                                  <p:stCondLst>
                                    <p:cond delay="2067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83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84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85" nodeType="withEffect">
                                  <p:stCondLst>
                                    <p:cond delay="2133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86" nodeType="withEffect">
                                  <p:stCondLst>
                                    <p:cond delay="2133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87" nodeType="withEffect">
                                  <p:stCondLst>
                                    <p:cond delay="2167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88" nodeType="withEffect">
                                  <p:stCondLst>
                                    <p:cond delay="2167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89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9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91" nodeType="withEffect">
                                  <p:stCondLst>
                                    <p:cond delay="2233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92" nodeType="withEffect">
                                  <p:stCondLst>
                                    <p:cond delay="2233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grpId="93" nodeType="withEffect">
                                  <p:stCondLst>
                                    <p:cond delay="2267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94" nodeType="withEffect">
                                  <p:stCondLst>
                                    <p:cond delay="2267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95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9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694">
                                          <p:val>
                                            <p:fltVal val="0.5"/>
                                          </p:val>
                                        </p:tav>
                                        <p:tav tm="1389">
                                          <p:val>
                                            <p:fltVal val="0.5"/>
                                          </p:val>
                                        </p:tav>
                                        <p:tav tm="2083">
                                          <p:val>
                                            <p:fltVal val="0.5"/>
                                          </p:val>
                                        </p:tav>
                                        <p:tav tm="2778">
                                          <p:val>
                                            <p:fltVal val="0.5"/>
                                          </p:val>
                                        </p:tav>
                                        <p:tav tm="3472">
                                          <p:val>
                                            <p:fltVal val="0.5"/>
                                          </p:val>
                                        </p:tav>
                                        <p:tav tm="4167">
                                          <p:val>
                                            <p:fltVal val="0.5"/>
                                          </p:val>
                                        </p:tav>
                                        <p:tav tm="4861">
                                          <p:val>
                                            <p:fltVal val="0.5"/>
                                          </p:val>
                                        </p:tav>
                                        <p:tav tm="5556">
                                          <p:val>
                                            <p:fltVal val="0.5"/>
                                          </p:val>
                                        </p:tav>
                                        <p:tav tm="6250">
                                          <p:val>
                                            <p:fltVal val="0.5"/>
                                          </p:val>
                                        </p:tav>
                                        <p:tav tm="6944">
                                          <p:val>
                                            <p:fltVal val="0.5"/>
                                          </p:val>
                                        </p:tav>
                                        <p:tav tm="7639">
                                          <p:val>
                                            <p:fltVal val="0.5"/>
                                          </p:val>
                                        </p:tav>
                                        <p:tav tm="8333">
                                          <p:val>
                                            <p:fltVal val="0.5"/>
                                          </p:val>
                                        </p:tav>
                                        <p:tav tm="9028">
                                          <p:val>
                                            <p:fltVal val="0.5"/>
                                          </p:val>
                                        </p:tav>
                                        <p:tav tm="9722">
                                          <p:val>
                                            <p:fltVal val="0.5"/>
                                          </p:val>
                                        </p:tav>
                                        <p:tav tm="10417">
                                          <p:val>
                                            <p:fltVal val="0.5"/>
                                          </p:val>
                                        </p:tav>
                                        <p:tav tm="11111">
                                          <p:val>
                                            <p:fltVal val="0.50971"/>
                                          </p:val>
                                        </p:tav>
                                        <p:tav tm="12500">
                                          <p:val>
                                            <p:fltVal val="0.5024"/>
                                          </p:val>
                                        </p:tav>
                                        <p:tav tm="13889">
                                          <p:val>
                                            <p:fltVal val="0.4959"/>
                                          </p:val>
                                        </p:tav>
                                        <p:tav tm="15278">
                                          <p:val>
                                            <p:fltVal val="0.49657"/>
                                          </p:val>
                                        </p:tav>
                                        <p:tav tm="16667">
                                          <p:val>
                                            <p:fltVal val="0.5007"/>
                                          </p:val>
                                        </p:tav>
                                        <p:tav tm="18056">
                                          <p:val>
                                            <p:fltVal val="0.49927"/>
                                          </p:val>
                                        </p:tav>
                                        <p:tav tm="19444">
                                          <p:val>
                                            <p:fltVal val="0.50039"/>
                                          </p:val>
                                        </p:tav>
                                        <p:tav tm="20833">
                                          <p:val>
                                            <p:fltVal val="0.49926"/>
                                          </p:val>
                                        </p:tav>
                                        <p:tav tm="22222">
                                          <p:val>
                                            <p:fltVal val="0.5002"/>
                                          </p:val>
                                        </p:tav>
                                        <p:tav tm="23611">
                                          <p:val>
                                            <p:fltVal val="0.49997"/>
                                          </p:val>
                                        </p:tav>
                                        <p:tav tm="2500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0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0.17593"/>
                                          </p:val>
                                        </p:tav>
                                        <p:tav tm="694">
                                          <p:val>
                                            <p:fltVal val="-0.17329"/>
                                          </p:val>
                                        </p:tav>
                                        <p:tav tm="1389">
                                          <p:val>
                                            <p:fltVal val="-0.16536"/>
                                          </p:val>
                                        </p:tav>
                                        <p:tav tm="2083">
                                          <p:val>
                                            <p:fltVal val="-0.15216"/>
                                          </p:val>
                                        </p:tav>
                                        <p:tav tm="2778">
                                          <p:val>
                                            <p:fltVal val="-0.13368"/>
                                          </p:val>
                                        </p:tav>
                                        <p:tav tm="3472">
                                          <p:val>
                                            <p:fltVal val="-0.10992"/>
                                          </p:val>
                                        </p:tav>
                                        <p:tav tm="4167">
                                          <p:val>
                                            <p:fltVal val="-0.08087"/>
                                          </p:val>
                                        </p:tav>
                                        <p:tav tm="4861">
                                          <p:val>
                                            <p:fltVal val="-0.04655"/>
                                          </p:val>
                                        </p:tav>
                                        <p:tav tm="5556">
                                          <p:val>
                                            <p:fltVal val="-0.00694"/>
                                          </p:val>
                                        </p:tav>
                                        <p:tav tm="6250">
                                          <p:val>
                                            <p:fltVal val="0.03794"/>
                                          </p:val>
                                        </p:tav>
                                        <p:tav tm="6944">
                                          <p:val>
                                            <p:fltVal val="0.08811"/>
                                          </p:val>
                                        </p:tav>
                                        <p:tav tm="7639">
                                          <p:val>
                                            <p:fltVal val="0.14355"/>
                                          </p:val>
                                        </p:tav>
                                        <p:tav tm="8333">
                                          <p:val>
                                            <p:fltVal val="0.20428"/>
                                          </p:val>
                                        </p:tav>
                                        <p:tav tm="9028">
                                          <p:val>
                                            <p:fltVal val="0.27029"/>
                                          </p:val>
                                        </p:tav>
                                        <p:tav tm="9722">
                                          <p:val>
                                            <p:fltVal val="0.34158"/>
                                          </p:val>
                                        </p:tav>
                                        <p:tav tm="10417">
                                          <p:val>
                                            <p:fltVal val="0.41815"/>
                                          </p:val>
                                        </p:tav>
                                        <p:tav tm="11111">
                                          <p:val>
                                            <p:fltVal val="0.475"/>
                                          </p:val>
                                        </p:tav>
                                        <p:tav tm="12500">
                                          <p:val>
                                            <p:fltVal val="0.52025"/>
                                          </p:val>
                                        </p:tav>
                                        <p:tav tm="13889">
                                          <p:val>
                                            <p:fltVal val="0.484"/>
                                          </p:val>
                                        </p:tav>
                                        <p:tav tm="15278">
                                          <p:val>
                                            <p:fltVal val="0.51225"/>
                                          </p:val>
                                        </p:tav>
                                        <p:tav tm="16667">
                                          <p:val>
                                            <p:fltVal val="0.491"/>
                                          </p:val>
                                        </p:tav>
                                        <p:tav tm="18056">
                                          <p:val>
                                            <p:fltVal val="0.50625"/>
                                          </p:val>
                                        </p:tav>
                                        <p:tav tm="19444">
                                          <p:val>
                                            <p:fltVal val="0.496"/>
                                          </p:val>
                                        </p:tav>
                                        <p:tav tm="20833">
                                          <p:val>
                                            <p:fltVal val="0.50225"/>
                                          </p:val>
                                        </p:tav>
                                        <p:tav tm="22222">
                                          <p:val>
                                            <p:fltVal val="0.499"/>
                                          </p:val>
                                        </p:tav>
                                        <p:tav tm="23611">
                                          <p:val>
                                            <p:fltVal val="0.50025"/>
                                          </p:val>
                                        </p:tav>
                                        <p:tav tm="2500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</Words>
  <Application>Microsoft Office PowerPoint</Application>
  <PresentationFormat>宽屏</PresentationFormat>
  <Paragraphs>58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等线</vt:lpstr>
      <vt:lpstr>等线 Light</vt:lpstr>
      <vt:lpstr>微软雅黑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ns0:coreProperties xmlns:ns0="http://schemas.openxmlformats.org/package/2006/metadata/core-properties"/>
</file>